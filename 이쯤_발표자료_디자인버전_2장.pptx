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3B55"/>
                </a:solidFill>
              </a:defRPr>
            </a:pPr>
            <a:r>
              <a:t>📍 이쯤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43B55"/>
                </a:solidFill>
              </a:defRPr>
            </a:pPr>
            <a:r>
              <a:t>어디서 모일지 고민된다면, 이쯤입니다.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43B55"/>
                </a:solidFill>
              </a:defRPr>
            </a:pPr>
            <a:r>
              <a:t>우리는 이런 고민에서 시작했습니다.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840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46F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👥 오늘 번개인데 어디서 만나지?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3840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46F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🍻 회식 장소 좀 골라봐.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74720"/>
            <a:ext cx="3840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46F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/>
            </a:pPr>
            <a:r>
              <a:t>📍 우리 둘 다 중간인 곳 어디야?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46F7B"/>
                </a:solidFill>
              </a:defRPr>
            </a:pPr>
            <a:r>
              <a:t>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737360"/>
            <a:ext cx="56692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지도 앱은 많지만</a:t>
            </a:r>
          </a:p>
          <a:p>
            <a:pPr>
              <a:defRPr sz="2400" b="1">
                <a:solidFill>
                  <a:srgbClr val="F46F7B"/>
                </a:solidFill>
              </a:defRPr>
            </a:pPr>
            <a:r>
              <a:t>'분위기'는 알려주지 않습니다.</a:t>
            </a:r>
          </a:p>
          <a:p/>
          <a:p>
            <a:pPr>
              <a:defRPr sz="2200"/>
            </a:pPr>
            <a:r>
              <a:t>그래서 '이쯤'은</a:t>
            </a:r>
          </a:p>
          <a:p>
            <a:pPr>
              <a:defRPr sz="2400" b="1"/>
            </a:pPr>
            <a:r>
              <a:t>AI가 리뷰를 분석해</a:t>
            </a:r>
            <a:br/>
            <a:r>
              <a:t>모임에 딱 맞는 장소를 추천합니다.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4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시연에서 실제 추천 과정을 보여드리겠습니다.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43B55"/>
                </a:solidFill>
              </a:defRPr>
            </a:pPr>
            <a:r>
              <a:t>이쯤의 핵심 기능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F46F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46F7B"/>
                </a:solidFill>
              </a:defRPr>
            </a:pPr>
            <a:r>
              <a:t>🎯 분위기 기반 추천</a:t>
            </a:r>
          </a:p>
          <a:p>
            <a:pPr>
              <a:defRPr sz="1800"/>
            </a:pPr>
            <a:r>
              <a:t>리뷰 분석으로</a:t>
            </a:r>
            <a:br/>
            <a:r>
              <a:t>조용한/회식/데이트 등</a:t>
            </a:r>
            <a:br/>
            <a:r>
              <a:t>분위기를 추천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097280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F46F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46F7B"/>
                </a:solidFill>
              </a:defRPr>
            </a:pPr>
            <a:r>
              <a:t>📍 중간 지점 추천</a:t>
            </a:r>
          </a:p>
          <a:p>
            <a:pPr>
              <a:defRPr sz="1800"/>
            </a:pPr>
            <a:r>
              <a:t>두 지역을 입력하면</a:t>
            </a:r>
            <a:br/>
            <a:r>
              <a:t>만나기 좋은</a:t>
            </a:r>
            <a:br/>
            <a:r>
              <a:t>중간 위치 추천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97280"/>
            <a:ext cx="36576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F46F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46F7B"/>
                </a:solidFill>
              </a:defRPr>
            </a:pPr>
            <a:r>
              <a:t>🍽 음식 + 분위기 필터</a:t>
            </a:r>
          </a:p>
          <a:p>
            <a:pPr>
              <a:defRPr sz="1800"/>
            </a:pPr>
            <a:r>
              <a:t>음식 종류와</a:t>
            </a:r>
            <a:br/>
            <a:r>
              <a:t>분위기를 함께 선택</a:t>
            </a:r>
            <a:br/>
            <a:r>
              <a:t>정확한 추천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3B55"/>
                </a:solidFill>
              </a:defRPr>
            </a:pPr>
            <a:r>
              <a:t>주요 사용자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243B55"/>
                </a:solidFill>
              </a:defRPr>
            </a:pPr>
            <a:r>
              <a:t>• 번개 모임 직장인</a:t>
            </a:r>
            <a:br/>
            <a:r>
              <a:t>• 회식 총무</a:t>
            </a:r>
            <a:br/>
            <a:r>
              <a:t>• 데이트 장소를 찾는 사람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4114800"/>
            <a:ext cx="5669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지도는 위치를 알려주지만,</a:t>
            </a:r>
          </a:p>
          <a:p>
            <a:pPr>
              <a:defRPr sz="2400" b="1">
                <a:solidFill>
                  <a:srgbClr val="F46F7B"/>
                </a:solidFill>
              </a:defRPr>
            </a:pPr>
            <a:r>
              <a:t>이쯤은 모임에 맞는 장소를 추천합니다.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6035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46F7B"/>
                </a:solidFill>
              </a:defRPr>
            </a:pPr>
            <a:r>
              <a:t>시연을 시작하겠습니다.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