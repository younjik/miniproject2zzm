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56" r:id="rId2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저희 팀이 만든 모임 장소 추천 서비스 '이쯤'을 소개하겠습니다.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모임 장소를 정할 때 늘 겪는 세 가지 상황입니다. 지도 앱은 위치는 알려주지만 분위기는 알려주지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리뷰를 AI가 대신 읽고, 분위기 기준으로 장소를 추천하는 서비스를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기능은 세 가지입니다. 분위기 기반 추천, 중간 지점 추천, 음식과 분위기를 함께 거는 필터입니다.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번개 모임 직장인, 회식 총무, 데이트 장소를 찾는 분들께 특히 잘 맞는 서비스입니다.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실제 화면으로 시연을 진행하겠습니다.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472" y="1508760"/>
            <a:ext cx="2560320" cy="2459736"/>
          </a:xfrm>
          <a:prstGeom prst="rect">
            <a:avLst/>
          </a:prstGeom>
        </p:spPr>
      </p:pic>
      <p:pic>
        <p:nvPicPr>
          <p:cNvPr id="3" name="Image 1" descr="/home/claude/logo_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920240"/>
            <a:ext cx="3566160" cy="17282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44348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2400" b="1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모일지 고민된다면, </a:t>
            </a:r>
            <a:pPr eaLnBrk="1" hangingPunct="1" algn="ctr" indent="0" marL="0">
              <a:buNone/>
            </a:pPr>
            <a:r>
              <a:rPr lang="ko-KR" altLang="en-US" sz="2400" b="1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이쯤</a:t>
            </a:r>
            <a:pPr eaLnBrk="1" hangingPunct="1" algn="ctr" indent="0" marL="0">
              <a:buNone/>
            </a:pPr>
            <a:r>
              <a:rPr lang="ko-KR" altLang="en-US" sz="2400" b="1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ko-KR" alt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914400" y="50749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5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지역·음식·분위기를 조합해 모임 장소를 추천하는 서비스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4124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3600" b="1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경험</a:t>
            </a:r>
            <a:pPr eaLnBrk="1" hangingPunct="1" algn="ctr" indent="0" marL="0">
              <a:buNone/>
            </a:pPr>
            <a:r>
              <a:rPr lang="ko-KR" altLang="en-US" sz="3600" b="1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다들 있으셨나요?</a:t>
            </a:r>
            <a:endParaRPr lang="ko-KR" alt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05840" y="1892808"/>
            <a:ext cx="31546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5CFCB">
                <a:alpha val="3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4580" y="21671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80720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lnSpc>
                <a:spcPts val="2200"/>
              </a:lnSpc>
              <a:buNone/>
            </a:pPr>
            <a:r>
              <a:rPr lang="ko-KR" altLang="en-US" sz="1500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 번개인데</a:t>
            </a:r>
            <a:endParaRPr lang="ko-KR" altLang="en-US" sz="1500" dirty="0"/>
          </a:p>
          <a:p>
            <a:pPr eaLnBrk="1" hangingPunct="1" algn="ctr" indent="0" marL="0">
              <a:lnSpc>
                <a:spcPts val="2200"/>
              </a:lnSpc>
              <a:buNone/>
            </a:pPr>
            <a:r>
              <a:rPr lang="ko-KR" altLang="en-US" sz="1500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만나지?”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480560" y="1892808"/>
            <a:ext cx="31546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5CFCB">
                <a:alpha val="3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167128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17720" y="280720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lnSpc>
                <a:spcPts val="2200"/>
              </a:lnSpc>
              <a:buNone/>
            </a:pPr>
            <a:r>
              <a:rPr lang="ko-KR" altLang="en-US" sz="1500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“회식 장소</a:t>
            </a:r>
            <a:endParaRPr lang="ko-KR" altLang="en-US" sz="1500" dirty="0"/>
          </a:p>
          <a:p>
            <a:pPr eaLnBrk="1" hangingPunct="1" algn="ctr" indent="0" marL="0">
              <a:lnSpc>
                <a:spcPts val="2200"/>
              </a:lnSpc>
              <a:buNone/>
            </a:pPr>
            <a:r>
              <a:rPr lang="ko-KR" altLang="en-US" sz="1500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좀 골라봐.”</a:t>
            </a:r>
            <a:endParaRPr lang="ko-KR" alt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955280" y="1892808"/>
            <a:ext cx="31546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5CFCB">
                <a:alpha val="3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020" y="2167128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92440" y="280720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lnSpc>
                <a:spcPts val="2200"/>
              </a:lnSpc>
              <a:buNone/>
            </a:pPr>
            <a:r>
              <a:rPr lang="ko-KR" altLang="en-US" sz="1500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“우리 둘 다</a:t>
            </a:r>
            <a:endParaRPr lang="ko-KR" altLang="en-US" sz="1500" dirty="0"/>
          </a:p>
          <a:p>
            <a:pPr eaLnBrk="1" hangingPunct="1" algn="ctr" indent="0" marL="0">
              <a:lnSpc>
                <a:spcPts val="2200"/>
              </a:lnSpc>
              <a:buNone/>
            </a:pPr>
            <a:r>
              <a:rPr lang="ko-KR" altLang="en-US" sz="1500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중간인 곳 어디야?”</a:t>
            </a:r>
            <a:endParaRPr lang="ko-KR" alt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1005840" y="4270248"/>
            <a:ext cx="10104120" cy="1051560"/>
          </a:xfrm>
          <a:prstGeom prst="roundRect">
            <a:avLst>
              <a:gd name="adj" fmla="val 12174"/>
            </a:avLst>
          </a:prstGeom>
          <a:solidFill>
            <a:srgbClr val="DFE5E2"/>
          </a:solidFill>
          <a:ln w="12700">
            <a:solidFill>
              <a:srgbClr val="DF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5CFCB">
                <a:alpha val="3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4544568"/>
            <a:ext cx="502920" cy="5029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194560" y="451713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indent="0" marL="0">
              <a:buNone/>
            </a:pPr>
            <a:r>
              <a:rPr lang="ko-KR" altLang="en-US" sz="2400" b="1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앱에는 정보가 많지만, </a:t>
            </a:r>
            <a:pPr eaLnBrk="1" hangingPunct="1" indent="0" marL="0">
              <a:buNone/>
            </a:pPr>
            <a:r>
              <a:rPr lang="ko-KR" altLang="en-US" sz="2400" b="1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모임에 맞는 곳</a:t>
            </a:r>
            <a:pPr eaLnBrk="1" hangingPunct="1" indent="0" marL="0">
              <a:buNone/>
            </a:pPr>
            <a:r>
              <a:rPr lang="ko-KR" altLang="en-US" sz="2400" b="1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직접 골라야 합니다.</a:t>
            </a:r>
            <a:endParaRPr lang="ko-KR" alt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1005840" y="5641848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4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위치와 리뷰를 하나씩 비교하는 대신, 모임 조건에 맞는 후보를 바로 확인합니다.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51560"/>
            <a:ext cx="5486400" cy="4754880"/>
          </a:xfrm>
          <a:prstGeom prst="roundRect">
            <a:avLst>
              <a:gd name="adj" fmla="val 3077"/>
            </a:avLst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373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8803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indent="0" marL="0">
              <a:lnSpc>
                <a:spcPts val="4600"/>
              </a:lnSpc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그래서, </a:t>
            </a:r>
            <a:pPr eaLnBrk="1" hangingPunct="1" indent="0" marL="0">
              <a:lnSpc>
                <a:spcPts val="4600"/>
              </a:lnSpc>
              <a:buNone/>
            </a:pPr>
            <a:r>
              <a:rPr lang="ko-KR" altLang="en-US" sz="3400" b="1" dirty="0">
                <a:solidFill>
                  <a:srgbClr val="F2C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이쯤</a:t>
            </a:r>
            <a:pPr eaLnBrk="1" hangingPunct="1" indent="0" marL="0">
              <a:lnSpc>
                <a:spcPts val="4600"/>
              </a:lnSpc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endParaRPr lang="ko-KR" altLang="en-US" sz="3400" dirty="0"/>
          </a:p>
          <a:p>
            <a:pPr eaLnBrk="1" hangingPunct="1" indent="0" marL="0">
              <a:lnSpc>
                <a:spcPts val="4600"/>
              </a:lnSpc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만들었습니다.</a:t>
            </a:r>
            <a:endParaRPr lang="ko-KR" alt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234440" y="4434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indent="0" marL="0">
              <a:lnSpc>
                <a:spcPts val="2400"/>
              </a:lnSpc>
              <a:buNone/>
            </a:pPr>
            <a:r>
              <a:rPr lang="ko-KR" altLang="en-US" sz="1500" dirty="0">
                <a:solidFill>
                  <a:srgbClr val="AFBB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지역·음식·분위기를 조합해</a:t>
            </a:r>
            <a:endParaRPr lang="ko-KR" altLang="en-US" sz="1500" dirty="0"/>
          </a:p>
          <a:p>
            <a:pPr eaLnBrk="1" hangingPunct="1" indent="0" marL="0">
              <a:lnSpc>
                <a:spcPts val="2400"/>
              </a:lnSpc>
              <a:buNone/>
            </a:pPr>
            <a:r>
              <a:rPr lang="ko-KR" altLang="en-US" sz="1500" dirty="0">
                <a:solidFill>
                  <a:srgbClr val="AFBB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모임에 딱 맞는 장소를 추천해요.</a:t>
            </a:r>
            <a:endParaRPr lang="ko-KR" alt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0" y="1143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indent="0" marL="0">
              <a:buNone/>
            </a:pPr>
            <a:r>
              <a:rPr lang="ko-KR" altLang="en-US" sz="2200" b="1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이쯤이 푸는 문제</a:t>
            </a:r>
            <a:endParaRPr lang="ko-KR" alt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0" y="1828800"/>
            <a:ext cx="384048" cy="384048"/>
          </a:xfrm>
          <a:prstGeom prst="ellipse">
            <a:avLst/>
          </a:prstGeom>
          <a:solidFill>
            <a:srgbClr val="2F7D73"/>
          </a:solidFill>
          <a:ln w="12700">
            <a:solidFill>
              <a:srgbClr val="2F7D7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0664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indent="0" marL="0">
              <a:buNone/>
            </a:pPr>
            <a:r>
              <a:rPr lang="ko-KR" altLang="en-US" sz="1700" b="1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분위기를 언어로 검색해요</a:t>
            </a:r>
            <a:endParaRPr lang="ko-KR" alt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06640" y="216712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indent="0" marL="0">
              <a:lnSpc>
                <a:spcPts val="19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‘조용한’, ‘단체석’처럼 원하는 분위기를</a:t>
            </a:r>
            <a:endParaRPr lang="ko-KR" altLang="en-US" sz="1300" dirty="0"/>
          </a:p>
          <a:p>
            <a:pPr eaLnBrk="1" hangingPunct="1" indent="0" marL="0">
              <a:lnSpc>
                <a:spcPts val="19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입력하면 돼요.</a:t>
            </a:r>
            <a:endParaRPr lang="ko-KR" alt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3200400"/>
            <a:ext cx="384048" cy="384048"/>
          </a:xfrm>
          <a:prstGeom prst="ellipse">
            <a:avLst/>
          </a:prstGeom>
          <a:solidFill>
            <a:srgbClr val="2F7D73"/>
          </a:solidFill>
          <a:ln w="12700">
            <a:solidFill>
              <a:srgbClr val="2F7D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06640" y="3154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indent="0" marL="0">
              <a:buNone/>
            </a:pPr>
            <a:r>
              <a:rPr lang="ko-KR" altLang="en-US" sz="1700" b="1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지점을 대신 계산해요</a:t>
            </a:r>
            <a:endParaRPr lang="ko-KR" alt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406640" y="353872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indent="0" marL="0">
              <a:lnSpc>
                <a:spcPts val="19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지역만 입력하면</a:t>
            </a:r>
            <a:endParaRPr lang="ko-KR" altLang="en-US" sz="1300" dirty="0"/>
          </a:p>
          <a:p>
            <a:pPr eaLnBrk="1" hangingPunct="1" indent="0" marL="0">
              <a:lnSpc>
                <a:spcPts val="19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지역 사이의 위치를 제안해요.</a:t>
            </a:r>
            <a:endParaRPr lang="ko-KR" alt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0" y="4572000"/>
            <a:ext cx="384048" cy="384048"/>
          </a:xfrm>
          <a:prstGeom prst="ellipse">
            <a:avLst/>
          </a:prstGeom>
          <a:solidFill>
            <a:srgbClr val="2F7D73"/>
          </a:solidFill>
          <a:ln w="12700">
            <a:solidFill>
              <a:srgbClr val="2F7D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0664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indent="0" marL="0">
              <a:buNone/>
            </a:pPr>
            <a:r>
              <a:rPr lang="ko-KR" altLang="en-US" sz="1700" b="1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조건에 맞는 후보를 바로 보여줘요</a:t>
            </a:r>
            <a:endParaRPr lang="ko-KR" alt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406640" y="491032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indent="0" marL="0">
              <a:lnSpc>
                <a:spcPts val="19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여러 개를 비교하지 않아도</a:t>
            </a:r>
            <a:endParaRPr lang="ko-KR" altLang="en-US" sz="1300" dirty="0"/>
          </a:p>
          <a:p>
            <a:pPr eaLnBrk="1" hangingPunct="1" indent="0" marL="0">
              <a:lnSpc>
                <a:spcPts val="19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후보가 나와요.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4980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3600" b="1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이쯤의 </a:t>
            </a:r>
            <a:pPr eaLnBrk="1" hangingPunct="1" algn="ctr" indent="0" marL="0">
              <a:buNone/>
            </a:pPr>
            <a:r>
              <a:rPr lang="ko-KR" altLang="en-US" sz="3600" b="1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ko-KR" alt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4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지역·음식·분위기 조건을 조합해 우리 모임에 맞는 장소 후보를 추천합니다.</a:t>
            </a:r>
            <a:endParaRPr lang="ko-KR" alt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291840" cy="39776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5CFC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75688" y="2286000"/>
            <a:ext cx="694944" cy="694944"/>
          </a:xfrm>
          <a:prstGeom prst="ellipse">
            <a:avLst/>
          </a:prstGeom>
          <a:solidFill>
            <a:srgbClr val="DFE5E2"/>
          </a:solidFill>
          <a:ln w="12700">
            <a:solidFill>
              <a:srgbClr val="DFE5E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8568" y="246888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182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900" b="1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분위기 기반 추천</a:t>
            </a:r>
            <a:endParaRPr lang="ko-KR" alt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6758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리뷰에서 정리한</a:t>
            </a:r>
            <a:endParaRPr lang="ko-KR" altLang="en-US" sz="1300" dirty="0"/>
          </a:p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분위기 태그를 바탕으로</a:t>
            </a:r>
            <a:endParaRPr lang="ko-KR" altLang="en-US" sz="1300" dirty="0"/>
          </a:p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추천해드려요.</a:t>
            </a:r>
            <a:endParaRPr lang="ko-KR" alt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97280" y="48006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4800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000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#단체석</a:t>
            </a:r>
            <a:endParaRPr lang="ko-KR" alt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48006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8880" y="4800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000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#조용한</a:t>
            </a:r>
            <a:endParaRPr lang="ko-KR" alt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97280" y="518464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5184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000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#단체모임</a:t>
            </a:r>
            <a:endParaRPr lang="ko-KR" alt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468880" y="518464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68880" y="5184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000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#맛집추천</a:t>
            </a:r>
            <a:endParaRPr lang="ko-KR" alt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89120" y="1965960"/>
            <a:ext cx="3291840" cy="39776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5CFCB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87568" y="2286000"/>
            <a:ext cx="694944" cy="694944"/>
          </a:xfrm>
          <a:prstGeom prst="ellipse">
            <a:avLst/>
          </a:prstGeom>
          <a:solidFill>
            <a:srgbClr val="DFE5E2"/>
          </a:solidFill>
          <a:ln w="12700">
            <a:solidFill>
              <a:srgbClr val="DFE5E2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46888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26280" y="3182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900" b="1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지점 추천</a:t>
            </a:r>
            <a:endParaRPr lang="ko-KR" alt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4572000" y="36758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지역을 입력하면</a:t>
            </a:r>
            <a:endParaRPr lang="ko-KR" altLang="en-US" sz="1300" dirty="0"/>
          </a:p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지역 사이의 위치를</a:t>
            </a:r>
            <a:endParaRPr lang="ko-KR" altLang="en-US" sz="1300" dirty="0"/>
          </a:p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추천해드려요.</a:t>
            </a:r>
            <a:endParaRPr lang="ko-KR" alt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709160" y="48006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09160" y="4800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000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#두지역</a:t>
            </a:r>
            <a:endParaRPr lang="ko-KR" alt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080760" y="48006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080760" y="4800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000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#중간지점</a:t>
            </a:r>
            <a:endParaRPr lang="ko-KR" alt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709160" y="518464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09160" y="5184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000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#장소추천</a:t>
            </a:r>
            <a:endParaRPr lang="ko-KR" alt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8001000" y="1965960"/>
            <a:ext cx="3291840" cy="39776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5CFCB">
                <a:alpha val="3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9299448" y="2286000"/>
            <a:ext cx="694944" cy="694944"/>
          </a:xfrm>
          <a:prstGeom prst="ellipse">
            <a:avLst/>
          </a:prstGeom>
          <a:solidFill>
            <a:srgbClr val="DFE5E2"/>
          </a:solidFill>
          <a:ln w="12700">
            <a:solidFill>
              <a:srgbClr val="DFE5E2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328" y="2468880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138160" y="3182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900" b="1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음식·분위기 조건 설정</a:t>
            </a:r>
            <a:endParaRPr lang="ko-KR" altLang="en-US" sz="1900" dirty="0"/>
          </a:p>
        </p:txBody>
      </p:sp>
      <p:sp>
        <p:nvSpPr>
          <p:cNvPr id="32" name="Text 27"/>
          <p:cNvSpPr/>
          <p:nvPr/>
        </p:nvSpPr>
        <p:spPr>
          <a:xfrm>
            <a:off x="8183880" y="36758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음식과 분위기를</a:t>
            </a:r>
            <a:endParaRPr lang="ko-KR" altLang="en-US" sz="1300" dirty="0"/>
          </a:p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선택해서</a:t>
            </a:r>
            <a:endParaRPr lang="ko-KR" altLang="en-US" sz="1300" dirty="0"/>
          </a:p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추천받을 수 있어요.</a:t>
            </a:r>
            <a:endParaRPr lang="ko-KR" alt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8321040" y="48006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321040" y="4800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000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#한식</a:t>
            </a:r>
            <a:endParaRPr lang="ko-KR" alt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9692640" y="48006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9692640" y="4800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000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#분위기</a:t>
            </a:r>
            <a:endParaRPr lang="ko-KR" alt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8321040" y="518464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321040" y="5184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000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#단체석</a:t>
            </a:r>
            <a:endParaRPr lang="ko-KR" alt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9692640" y="518464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9692640" y="5184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000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#맞춤추천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8638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3400" b="1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이쯤은 이런 분들께 </a:t>
            </a:r>
            <a:pPr eaLnBrk="1" hangingPunct="1" algn="ctr" indent="0" marL="0">
              <a:buNone/>
            </a:pPr>
            <a:r>
              <a:rPr lang="ko-KR" altLang="en-US" sz="3400" b="1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딱이에요!</a:t>
            </a:r>
            <a:endParaRPr lang="ko-KR" alt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728216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5CFCB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75688" y="2002536"/>
            <a:ext cx="694944" cy="694944"/>
          </a:xfrm>
          <a:prstGeom prst="ellipse">
            <a:avLst/>
          </a:prstGeom>
          <a:solidFill>
            <a:srgbClr val="DFE5E2"/>
          </a:solidFill>
          <a:ln w="12700">
            <a:solidFill>
              <a:srgbClr val="DFE5E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8568" y="218541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712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700" b="1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번개 모임 직장인</a:t>
            </a:r>
            <a:endParaRPr lang="ko-KR" alt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32826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빠르게 장소를</a:t>
            </a:r>
            <a:endParaRPr lang="ko-KR" altLang="en-US" sz="1300" dirty="0"/>
          </a:p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정하고 싶을 때</a:t>
            </a:r>
            <a:endParaRPr lang="ko-KR" alt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9120" y="1728216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5CFCB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87568" y="2002536"/>
            <a:ext cx="694944" cy="694944"/>
          </a:xfrm>
          <a:prstGeom prst="ellipse">
            <a:avLst/>
          </a:prstGeom>
          <a:solidFill>
            <a:srgbClr val="DFE5E2"/>
          </a:solidFill>
          <a:ln w="12700">
            <a:solidFill>
              <a:srgbClr val="DFE5E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18541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28712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700" b="1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회식 총무</a:t>
            </a:r>
            <a:endParaRPr lang="ko-KR" alt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72000" y="32826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모두가 만족할</a:t>
            </a:r>
            <a:endParaRPr lang="ko-KR" altLang="en-US" sz="1300" dirty="0"/>
          </a:p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회식 장소가 필요할 때</a:t>
            </a:r>
            <a:endParaRPr lang="ko-KR" alt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01000" y="1728216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5CFCB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299448" y="2002536"/>
            <a:ext cx="694944" cy="694944"/>
          </a:xfrm>
          <a:prstGeom prst="ellipse">
            <a:avLst/>
          </a:prstGeom>
          <a:solidFill>
            <a:srgbClr val="DFE5E2"/>
          </a:solidFill>
          <a:ln w="12700">
            <a:solidFill>
              <a:srgbClr val="DFE5E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328" y="218541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92440" y="28712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700" b="1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지역의 친구들</a:t>
            </a:r>
            <a:endParaRPr lang="ko-KR" alt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183880" y="328269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모두에게 적당한 중간 장소가</a:t>
            </a:r>
            <a:endParaRPr lang="ko-KR" altLang="en-US" sz="1300" dirty="0"/>
          </a:p>
          <a:p>
            <a:pPr eaLnBrk="1" hangingPunct="1" algn="ctr" indent="0" marL="0">
              <a:lnSpc>
                <a:spcPts val="2000"/>
              </a:lnSpc>
              <a:buNone/>
            </a:pPr>
            <a:r>
              <a:rPr lang="ko-KR" altLang="en-US" sz="13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</a:t>
            </a:r>
            <a:endParaRPr lang="ko-KR" alt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77240" y="4608576"/>
            <a:ext cx="10607040" cy="1463040"/>
          </a:xfrm>
          <a:prstGeom prst="roundRect">
            <a:avLst>
              <a:gd name="adj" fmla="val 8750"/>
            </a:avLst>
          </a:prstGeom>
          <a:solidFill>
            <a:srgbClr val="DFE5E2"/>
          </a:solidFill>
          <a:ln w="12700">
            <a:solidFill>
              <a:srgbClr val="DFE5E2"/>
            </a:solidFill>
            <a:prstDash val="solid"/>
          </a:ln>
          <a:effectLst>
            <a:outerShdw sx="100000" sy="100000" kx="0" ky="0" algn="bl" rotWithShape="0" blurRad="101600" dist="25400" dir="5400000">
              <a:srgbClr val="C5CFCB">
                <a:alpha val="3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901184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37360" y="4837176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indent="0" marL="0">
              <a:lnSpc>
                <a:spcPts val="3400"/>
              </a:lnSpc>
              <a:buNone/>
            </a:pPr>
            <a:r>
              <a:rPr lang="ko-KR" altLang="en-US" sz="2400" b="1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지도는 위치를 알려주지만,
</a:t>
            </a:r>
            <a:pPr eaLnBrk="1" hangingPunct="1" indent="0" marL="0">
              <a:lnSpc>
                <a:spcPts val="3400"/>
              </a:lnSpc>
              <a:buNone/>
            </a:pPr>
            <a:r>
              <a:rPr lang="ko-KR" altLang="en-US" sz="2400" b="1" dirty="0">
                <a:solidFill>
                  <a:srgbClr val="2F7D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이쯤</a:t>
            </a:r>
            <a:pPr eaLnBrk="1" hangingPunct="1" indent="0" marL="0">
              <a:lnSpc>
                <a:spcPts val="3400"/>
              </a:lnSpc>
              <a:buNone/>
            </a:pPr>
            <a:r>
              <a:rPr lang="ko-KR" altLang="en-US" sz="2400" b="1" dirty="0">
                <a:solidFill>
                  <a:srgbClr val="243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모임에 맞는 장소를 추천합니다.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3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0574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0175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시연을 시작하겠습니다!</a:t>
            </a:r>
            <a:endParaRPr lang="ko-KR" alt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914400" y="4041648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1" hangingPunct="1" algn="ctr" indent="0" marL="0">
              <a:buNone/>
            </a:pPr>
            <a:r>
              <a:rPr lang="ko-KR" altLang="en-US" sz="1600" dirty="0">
                <a:solidFill>
                  <a:srgbClr val="9AA6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을지로3가 · 공덕 식당 데이터로 시연합니다.</a:t>
            </a:r>
            <a:endParaRPr lang="ko-KR" alt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029200" y="4773168"/>
            <a:ext cx="2130552" cy="45720"/>
          </a:xfrm>
          <a:prstGeom prst="roundRect">
            <a:avLst>
              <a:gd name="adj" fmla="val 4000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이쯤 - 어디서 모일지 고민된다면</dc:title>
  <dc:subject>PptxGenJS Presentation</dc:subject>
  <dc:creator>이쯤</dc:creator>
  <cp:lastModifiedBy>이쯤</cp:lastModifiedBy>
  <cp:revision>1</cp:revision>
  <dcterms:created xsi:type="dcterms:W3CDTF">2026-07-24T03:15:10Z</dcterms:created>
  <dcterms:modified xsi:type="dcterms:W3CDTF">2026-07-24T03:15:10Z</dcterms:modified>
</cp:coreProperties>
</file>